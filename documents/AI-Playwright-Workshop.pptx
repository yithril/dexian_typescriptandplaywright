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for the section: we're going to talk about where AI actually fits into Playwright work - two different scenarios depending on whether you own the frontend or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scene. Everyone in this room has felt this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reframe. Scenario 1 is the ideal - you're a full-stack dev or have influence over the frontend and AI helps you write accessible markup with guardrails, which flows into better tests. Scenario 2 is the real world most testers live in - AI doesn't fix the bad HTML, but it reduces the pain of dealing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Scenario 1 (you own the frontend) AI will naturally land at tier 1 or 2. In Scenario 2 (messy HTML) it might land at tier 3 or 4, but it still picks the most stable option available rather than the first thing it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exciting thing to drop in class. These agents are already in Playwright - students on v1.56+ have them right now. The Healer is the most immediately practical for Scenario 2: messy UI, devs not playing ball, tests breaking constantly. The temptation is to let it run and not check the output - make sure to flag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AI output as a draft, not production code. The loop is: generate, review, harden.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last con is the one Jonathan noticed firsthand when running init-agents - the Healer generates a lot of code and the temptation to just trust it is real. Always review. AI fixes symptoms, not root causes.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this and move to the demo. The honest framing - AI as a cost reducer, not a silver bullet - is more credible and more useful than overselling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840480"/>
            <a:ext cx="2286000" cy="2286000"/>
          </a:xfrm>
          <a:prstGeom prst="ellipse">
            <a:avLst/>
          </a:prstGeom>
          <a:solidFill>
            <a:srgbClr val="1A2B5C">
              <a:alpha val="6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200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Playwright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test automation in the age of 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helps, what to watch out for, and what shipped in Playwright v1.56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480560"/>
            <a:ext cx="8229600" cy="18288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Workshop  •  Jonathan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writing maintainable Playwright tests so hard?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53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Devs Ship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3456432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47088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='something'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={...}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Submit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ARIA roles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data-testid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id='btn_1847_v2'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35331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Testers Get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56048" y="1828800"/>
            <a:ext cx="3529584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828800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data-testid attributes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56048" y="2359152"/>
            <a:ext cx="3529584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2359152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generated class names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56048" y="2889504"/>
            <a:ext cx="3529584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88950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tied to layout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56048" y="3419856"/>
            <a:ext cx="3529584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3419856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break on every UI tweak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56048" y="3950208"/>
            <a:ext cx="3529584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395020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maintaining locators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Either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scenarios, two different payoffs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703320"/>
          </a:xfrm>
          <a:prstGeom prst="roundRect">
            <a:avLst>
              <a:gd name="adj" fmla="val 2963"/>
            </a:avLst>
          </a:prstGeom>
          <a:solidFill>
            <a:srgbClr val="F0FDF9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81328"/>
            <a:ext cx="39319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5214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 -  You own the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84708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with guardrails to write accessible markup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ARIA roles, labels, semantic HTML from the start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277977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a11y flows into stable locators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3081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 and getByLabel work because the markup is correct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371246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6941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Virtuous cycle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0142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frontend = better tests = less maintenance = more time for logic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703320"/>
          </a:xfrm>
          <a:prstGeom prst="roundRect">
            <a:avLst>
              <a:gd name="adj" fmla="val 2963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97280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481328"/>
            <a:ext cx="39319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15214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 -  You don't control the HTML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19472" y="184708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828800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the most stable locator available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85232" y="214884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whatever HTML exists, it picks getByRole if possible, otherwise the least fragile option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19472" y="27797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2761488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 of locator maintenance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285232" y="3081528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break, AI recovers faster than manual DOM hunting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19472" y="371246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694176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Healer agent patches broken tests automatically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85232" y="4014216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Re-inspects current DOM and fixes the locator without you touching anything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Priority - What AI Prefers (and Why)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order applies in both scenarios - AI always tries for the most stable option first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0B7A71"/>
          </a:solidFill>
          <a:ln w="12700">
            <a:solidFill>
              <a:srgbClr val="0B7A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98448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79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453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page.getByRole('button', { name: 'Place Order' })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22529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User-intent driven. AI's first choice. Breaks only on real regressions.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231136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112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getByLabel() / getByText()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page.getByLabel('Attention')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1579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user-facing. Accessible name driven.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163824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data-testid attribute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4107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page.getByTestId('submit-order')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0906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contract between devs and testers. Great fallback.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96512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/ XPath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343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page.locator('.btn-primary &gt; span')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0233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styling changes. Avoid if possible.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resilient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fragile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Ships with AI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as of v1.56 - no third party tools, no Python scripts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init-agents --loop=vscode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743200" cy="29718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92024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938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248716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your app from a natural language prompt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3218688"/>
            <a:ext cx="2487168" cy="9144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29184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 Markdown test plan into specs/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4462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"Test the checkout flow"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55848" y="1828800"/>
            <a:ext cx="2743200" cy="29718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92024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05656" y="1938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248716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plan, opens the browser, inspects live DOM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20440" y="3218688"/>
            <a:ext cx="2487168" cy="914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29184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TypeScript tests into tests/ using the best available locator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4496" y="1828800"/>
            <a:ext cx="2743200" cy="29718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19202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04304" y="1938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9088" y="248716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a test fails after a UI change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19088" y="3218688"/>
            <a:ext cx="2487168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329184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Re-inspects the current DOM and patches the broken locator automatically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4462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in Scenario 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in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looks like day-to-day with Copilot / Claude / ChatGPT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788920" cy="6858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78892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draft test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9659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with Playwright Codegen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26243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AI: 'Refactor using getByRole and Page Object Model'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32826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cleans brittle selectors, extracts helpers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4343400"/>
            <a:ext cx="2487168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43434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30-60 min of boilerplate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143000"/>
            <a:ext cx="2788920" cy="6858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600200"/>
            <a:ext cx="27889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6432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broken locator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56432" y="19659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fails: element not found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56432" y="26243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failing test + current HTML into AI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56432" y="32826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new selector, suggests fix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56432" y="4343400"/>
            <a:ext cx="2487168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43434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simple selector drift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14300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143000"/>
            <a:ext cx="2788920" cy="6858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600200"/>
            <a:ext cx="27889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82512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from requirements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2512" y="19659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Jira ticket / feature description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82512" y="26243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Playwright tests for this checkout flow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82512" y="32826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harden - treat output as a draft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82512" y="4343400"/>
            <a:ext cx="2487168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43434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with clear, well-scoped prompts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Pros and Cons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QA teams use AI-assisted generation in 2026 - but it is not magic.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3931920" cy="3703320"/>
          </a:xfrm>
          <a:prstGeom prst="roundRect">
            <a:avLst>
              <a:gd name="adj" fmla="val 296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43584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Does Well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boilerplate and selector guesswork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304288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Codegen output into Page Objects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89504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from natural language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474720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Bulk-updating locators after a UI rename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405993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1.5% flake rate with role-based locators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3931920" cy="3703320"/>
          </a:xfrm>
          <a:prstGeom prst="roundRect">
            <a:avLst>
              <a:gd name="adj" fmla="val 2963"/>
            </a:avLst>
          </a:prstGeom>
          <a:solidFill>
            <a:srgbClr val="FFF7E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243584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56048" y="1719072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that looks right but fails - always verify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2304288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waitForTimeout() to mask timing bugs (anti-pattern!)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889504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flakiness needs run history, not just the error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3474720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toasts, custom components still trip AI 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56048" y="4059936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it generates, the more tempting to skip review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8138160" cy="1572768"/>
          </a:xfrm>
          <a:prstGeom prst="roundRect">
            <a:avLst>
              <a:gd name="adj" fmla="val 8721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77240"/>
            <a:ext cx="7772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fix bad HTML. It reduces the cost of dealing with it - and rewards you when the HTML is good.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55117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4871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own the frontend, use AI to write accessible markup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70432" y="2816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a11y flows directly into better test automation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264408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39242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92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32841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don't, use AI to find the most stable locator available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70432" y="3657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let the Healer agent deal with the breakage when devs ship changes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105656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23367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33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41696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 - review everything the AI generates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70432" y="4498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fast at the boilerplate. You still own the quality.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+ Playwright</dc:title>
  <dc:subject>PptxGenJS Presentation</dc:subject>
  <dc:creator>PptxGenJS</dc:creator>
  <cp:lastModifiedBy>PptxGenJS</cp:lastModifiedBy>
  <cp:revision>1</cp:revision>
  <dcterms:created xsi:type="dcterms:W3CDTF">2026-07-01T05:22:59Z</dcterms:created>
  <dcterms:modified xsi:type="dcterms:W3CDTF">2026-07-01T05:22:59Z</dcterms:modified>
</cp:coreProperties>
</file>