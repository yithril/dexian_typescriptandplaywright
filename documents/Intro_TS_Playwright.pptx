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046720" y="1188720"/>
            <a:ext cx="475488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45" y="929945"/>
            <a:ext cx="608990" cy="60899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828800" y="8229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785" y="929945"/>
            <a:ext cx="608990" cy="6089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with TypeScript &amp; Playwright</a:t>
            </a:r>
            <a:endParaRPr lang="en-US" sz="4000" dirty="0"/>
          </a:p>
        </p:txBody>
      </p:sp>
      <p:sp>
        <p:nvSpPr>
          <p:cNvPr id="8" name="Text 3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beginner-friendly introduction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TEACHING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Instructor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90472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02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281" y="170124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55448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Years as a Software Engineer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74520" y="198424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experience building and testing real production systems.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271576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81" y="2816809"/>
            <a:ext cx="575158" cy="5751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74520" y="267004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with Playwright &amp; Selenium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874520" y="3099816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both in real projects, not just reading the docs.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02920" y="3721608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F4F7FD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831336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1" y="3932377"/>
            <a:ext cx="575158" cy="57515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74520" y="378561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Multi-Language, Multi-Framework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874520" y="4215384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C#, Java, JavaScript/TypeScript, Python, Visual Basic, Angular, React, Blazor, SQL.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77240" y="4946904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81" y="5047945"/>
            <a:ext cx="575158" cy="57515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74520" y="490118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Mortgage Industry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1874520" y="5330952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companies, real-world deadlines and constraints.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9326880" y="3931920"/>
            <a:ext cx="2560320" cy="2560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SCOPE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56692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Course Is (and Isn't)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169164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0" y="1828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05156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770" y="2049170"/>
            <a:ext cx="473659" cy="4736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74520" y="19476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Enough TypeScript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51560" y="26974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you need to read and write Playwright tests confidently.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63640" y="169164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0515600" y="1828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53796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170" y="2049170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0920" y="19476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Enough Playwright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537960" y="26974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to get started writing real, working tests today.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77240" y="379476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029200" y="3931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1051560" y="4069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770" y="4152290"/>
            <a:ext cx="473659" cy="47365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74520" y="4050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Cookbook for the Rest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051560" y="48006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examples and edge cases live in your cookbook for after class.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263640" y="379476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10515600" y="3931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537960" y="4069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1170" y="4152290"/>
            <a:ext cx="473659" cy="47365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60920" y="4050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Foundation, Not Mastery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6537960" y="48006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builds the base. Depth comes later, with practice.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AI Tools (Honestly)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66960" y="41148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7719" y="542239"/>
            <a:ext cx="744322" cy="74432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9164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05840" y="20574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25" y="2164385"/>
            <a:ext cx="608990" cy="6089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57400" y="2194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You're Learning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051560" y="310896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it out yourself first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Struggling a little is how it actually sticks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Copy-pasting a fix you don't understand teaches you nothing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26480" y="169164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92240" y="2057400"/>
            <a:ext cx="822960" cy="822960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225" y="2164385"/>
            <a:ext cx="608990" cy="6089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43800" y="2194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You've Got It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537960" y="310896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powerful for cutting Playwright boilerplate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move faster, not to skip understanding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tool once you already know what good output looks like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banned, just sequenced. Doing it by hand only helps while you're still learning from it.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9509760" y="18288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SCHEDULE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56692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Today Is Structured (4 Hours)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463040" y="3520440"/>
            <a:ext cx="923544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0120" y="30175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" y="3148279"/>
            <a:ext cx="744322" cy="7443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Block 1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60120" y="2606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373880" y="30175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639" y="3148279"/>
            <a:ext cx="744322" cy="74432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1668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373880" y="2606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787640" y="30175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399" y="3148279"/>
            <a:ext cx="744322" cy="74432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3044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Block 2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7787640" y="2606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11201400" y="3017520"/>
            <a:ext cx="1005840" cy="1005840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2159" y="3148279"/>
            <a:ext cx="744322" cy="74432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74420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(1 hour)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11201400" y="2606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teaching sections, a break in between, then time to practice on your own.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TypeScript Good For?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66960" y="411480"/>
            <a:ext cx="1005840" cy="1005840"/>
          </a:xfrm>
          <a:prstGeom prst="ellipse">
            <a:avLst/>
          </a:prstGeom>
          <a:solidFill>
            <a:srgbClr val="3178C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7719" y="542239"/>
            <a:ext cx="744322" cy="74432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69164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51560" y="1965960"/>
            <a:ext cx="640080" cy="640080"/>
          </a:xfrm>
          <a:prstGeom prst="ellipse">
            <a:avLst/>
          </a:prstGeom>
          <a:solidFill>
            <a:srgbClr val="3178C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770" y="2049170"/>
            <a:ext cx="473659" cy="4736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74520" y="19476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Mistakes Early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51560" y="26974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 and mismatched types get flagged while you type, not after the test fails.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63640" y="169164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37960" y="1965960"/>
            <a:ext cx="640080" cy="640080"/>
          </a:xfrm>
          <a:prstGeom prst="ellipse">
            <a:avLst/>
          </a:prstGeom>
          <a:solidFill>
            <a:srgbClr val="3178C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170" y="2049170"/>
            <a:ext cx="473659" cy="4736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60920" y="19476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Autocomplete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537960" y="26974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editor knows the shape of your code, so it can suggest the right next thing.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77240" y="379476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51560" y="4069080"/>
            <a:ext cx="640080" cy="640080"/>
          </a:xfrm>
          <a:prstGeom prst="ellipse">
            <a:avLst/>
          </a:prstGeom>
          <a:solidFill>
            <a:srgbClr val="3178C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770" y="4152290"/>
            <a:ext cx="473659" cy="47365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74520" y="4050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to Change Later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051560" y="48006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Renaming or restructuring code is far less risky with types backing you up.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263640" y="379476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37960" y="4069080"/>
            <a:ext cx="640080" cy="640080"/>
          </a:xfrm>
          <a:prstGeom prst="ellipse">
            <a:avLst/>
          </a:prstGeom>
          <a:solidFill>
            <a:srgbClr val="3178C6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1170" y="4152290"/>
            <a:ext cx="473659" cy="47365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60920" y="4050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Just JavaScript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537960" y="48006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language you may already know, with guardrails added on top.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Playwright Good For?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66960" y="41148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7719" y="542239"/>
            <a:ext cx="744322" cy="74432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6002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81" y="1701241"/>
            <a:ext cx="575158" cy="5751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4520" y="15544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Real Browsers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874520" y="196596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Edge, Firefox, and WebKit, the same engines your users actually run.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260604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F4F7FD"/>
          </a:solidFill>
          <a:ln/>
        </p:spPr>
      </p:sp>
      <p:sp>
        <p:nvSpPr>
          <p:cNvPr id="11" name="Shape 7"/>
          <p:cNvSpPr/>
          <p:nvPr/>
        </p:nvSpPr>
        <p:spPr>
          <a:xfrm>
            <a:off x="777240" y="271576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1" y="2816809"/>
            <a:ext cx="575158" cy="57515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74520" y="267004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Like a Real User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874520" y="308152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Clicks, types, navigates, and submits forms the way a person would.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77240" y="3831336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81" y="3932377"/>
            <a:ext cx="575158" cy="57515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874520" y="378561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Intelligently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1874520" y="419709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auto-waiting means no manual sleep() calls or guessing at timing.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502920" y="4837176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F4F7FD"/>
          </a:solidFill>
          <a:ln/>
        </p:spPr>
      </p:sp>
      <p:sp>
        <p:nvSpPr>
          <p:cNvPr id="20" name="Shape 14"/>
          <p:cNvSpPr/>
          <p:nvPr/>
        </p:nvSpPr>
        <p:spPr>
          <a:xfrm>
            <a:off x="777240" y="4946904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81" y="5047945"/>
            <a:ext cx="575158" cy="57515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874520" y="490118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That Retry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1874520" y="5312664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page repeatedly until it matches, instead of failing on a slow render.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Labs Are for Practice, Not Grades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1228" y="1783080"/>
            <a:ext cx="2514600" cy="3749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7048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4033" y="225582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8388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Graded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4108" y="3886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scores, no assessments, this is here to help you learn.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42716" y="1783080"/>
            <a:ext cx="2514600" cy="3749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88536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521" y="2255825"/>
            <a:ext cx="608990" cy="608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9876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Time Is Yours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25596" y="3886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Experiment, get stuck, and try things at your own pace.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04204" y="1783080"/>
            <a:ext cx="2514600" cy="3749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50024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009" y="2255825"/>
            <a:ext cx="608990" cy="6089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1364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Cookbook Has More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87084" y="3886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examples beyond today's pace, ready for later.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965692" y="1783080"/>
            <a:ext cx="2514600" cy="3749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11512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8497" y="2255825"/>
            <a:ext cx="608990" cy="6089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02852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Are Free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8572" y="3886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anytime, this is the lowest-stakes place to get it wrong.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9144000" y="329184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56692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Housekeeping Note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783080"/>
            <a:ext cx="1463040" cy="14630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55" y="1973275"/>
            <a:ext cx="1082650" cy="10826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51760" y="18745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Raise Your Hand on Zoom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651760" y="24688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keeps us from talking over each other, and helps me know who's next for questions.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22960" y="370332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1188720" y="402336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typing? The chat works too, just don't be shy about using either one.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503920" y="914400"/>
            <a:ext cx="4114800" cy="4114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2103120"/>
            <a:ext cx="1188720" cy="11887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94" y="2257654"/>
            <a:ext cx="879653" cy="87965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0" y="22402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Get Started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2286000" y="3200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basics, then on to Playwright.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Testing with TypeScript &amp; Playwright</dc:title>
  <dc:subject>PptxGenJS Presentation</dc:subject>
  <dc:creator>Instructor</dc:creator>
  <cp:lastModifiedBy>Instructor</cp:lastModifiedBy>
  <cp:revision>1</cp:revision>
  <dcterms:created xsi:type="dcterms:W3CDTF">2026-06-29T02:58:42Z</dcterms:created>
  <dcterms:modified xsi:type="dcterms:W3CDTF">2026-06-29T02:58:42Z</dcterms:modified>
</cp:coreProperties>
</file>